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5B442-3FD8-562E-6078-54D95222A7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F0CCF5-01F1-969D-387E-490ABBE83A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26718-7E45-C7A5-719F-ECF74527E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9AE1-23A2-4790-B645-6D81C555906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D1F2F-EFD1-BA99-DECD-A994FECED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A25AE-6C3A-2589-E5CB-AB2EA382E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32AD5-8E34-4489-B8A1-19829E9AF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390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659D5-8AE1-ED08-5835-329F58A03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84586-B934-D7EF-398D-6F656532C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D223C-1BBA-3E97-24C7-FE31E2681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9AE1-23A2-4790-B645-6D81C555906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26DD6-CD5C-2E2B-06FF-55772F362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3373A-C98C-3616-CA3E-B87F76FDD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32AD5-8E34-4489-B8A1-19829E9AF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094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3A193-FC87-8B92-BFC2-35D383B80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4D527-C667-51BF-ED1E-6DEFE7460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F33F1-B8BE-8057-B6A8-D12B24BCD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9AE1-23A2-4790-B645-6D81C555906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3EA54-76B4-8A3A-9A40-6CEF9D2DA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C6444-149A-C81D-7D43-4F00A6223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32AD5-8E34-4489-B8A1-19829E9AF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863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4DDA1-4076-64C5-D7B2-1F981D770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9596D-D386-F498-B415-1428A8603D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190C89-3EDB-72C0-F9EE-3433E8E252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57575-764C-1A4A-4E33-6C2ACB7A6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9AE1-23A2-4790-B645-6D81C555906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78DDF8-9F9D-6C6C-FED6-E80FA4151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CD3F8B-CD32-EA69-9E5A-7E2B844FE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32AD5-8E34-4489-B8A1-19829E9AF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241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EDC8B-C95F-358D-5723-DCBEFEB48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AEA81-22CC-CC69-8BC5-F03922752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4DAE12-5493-4849-8457-5114137295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C5C73-448C-E4B0-BBC1-B105D1121F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147D97-CAB7-026D-24A1-E63615DA55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E4624B-282B-43CE-0FED-A75CA5A29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9AE1-23A2-4790-B645-6D81C555906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3ADC21-FDD1-D793-2227-EBFF3224B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0AA37F-A2D9-65D1-3A41-00E2641CA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32AD5-8E34-4489-B8A1-19829E9AF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613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705F7-EB44-A764-FF85-ACB4A9287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051611-66EC-4012-FD59-4B0797005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9AE1-23A2-4790-B645-6D81C555906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0F12F8-D134-B26E-4A8C-C3CFBD594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17A161-5B7B-1211-8DC6-0AB7B93A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32AD5-8E34-4489-B8A1-19829E9AF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107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254B6A-9E81-1DA4-E4D6-7522CF761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9AE1-23A2-4790-B645-6D81C555906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66ADF6-C7C1-A50A-8A84-702747FF0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8AF37-8B43-B5CC-2AAA-8364CA79B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32AD5-8E34-4489-B8A1-19829E9AF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522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7C0D2-9BC6-EABC-1CA7-0CEBC35A9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A6AD8-D194-BE7A-C7A6-7787DFF2D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42153D-BFA1-B081-FF03-A532CF6A5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B29D4-7CE1-4302-70C8-3CA1052B1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9AE1-23A2-4790-B645-6D81C555906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64FFF-7242-9414-838C-56C01C886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66626-02B7-0A73-D57B-BC08E832E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32AD5-8E34-4489-B8A1-19829E9AF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000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C945D-9E09-2D58-D14B-6CB052F20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93EBBC-B185-ED89-B11A-1149023033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C17E53-412B-271D-1E61-E1283263D9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DB936-8BBF-6B03-8A73-BBF2DE8A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9AE1-23A2-4790-B645-6D81C555906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2FFBF-1723-EAC3-A9D0-D9AF4195A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DA6126-2F59-B626-4ABD-A47EE060C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32AD5-8E34-4489-B8A1-19829E9AF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318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25EFD-A78D-87F8-6FBC-415F2484F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EE1363-FCAC-7262-3957-14A9291314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8E4F9-BF30-6BF7-6C1B-BAC8F4FE6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9AE1-23A2-4790-B645-6D81C555906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52A37-EBAC-8468-69AE-375DD2C06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0528B-95CB-DA49-FB5C-064E7DFDA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32AD5-8E34-4489-B8A1-19829E9AF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316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A82021-C6ED-E521-D745-56C439B402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817DA7-1419-186F-B3CF-2F4EEA116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31A18-359A-2DF4-C85D-D91D7BF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9AE1-23A2-4790-B645-6D81C555906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3F392-9B51-F628-0904-868F31B80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A3248-48A1-04AC-2EF0-BA56576BB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32AD5-8E34-4489-B8A1-19829E9AF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64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CDC81E-E7E2-B4DE-6C71-0F907C4B1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884BA-BC47-6443-AF5A-48F295B0D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B45B1-0384-9B85-E432-67D9A393B7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409AE1-23A2-4790-B645-6D81C555906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0A900-38B7-7153-0A17-52EA84CD8B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FCC44-B81B-3477-57AD-D3B0E35490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132AD5-8E34-4489-B8A1-19829E9AF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852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47EDB6-3747-B3CD-14CB-C84D062D67E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060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EE7240-1500-267C-26DB-0D810FD6B04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597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131A03-E543-22F9-5DA8-C049BF7A0FD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501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E179A1-BD8E-F1D2-5ECC-672CD6DB068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736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886DA0-09AD-96C2-C87D-82F8CA041C5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667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10C3E9-7DAC-45BC-BF54-51630ED5DFC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935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3BECDC-C833-E46F-36BC-656859E7F49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561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A02218-D938-C144-8B17-EDC1184A5E8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3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2E74CC-DA54-CB0E-0925-33188F06032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723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6EE2A5-8E56-4EAA-E49F-996ABDAF542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281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Grace Pavloff</dc:creator>
  <cp:lastModifiedBy>Grace Pavloff</cp:lastModifiedBy>
  <cp:revision>1</cp:revision>
  <dcterms:created xsi:type="dcterms:W3CDTF">2026-09-23T16:10:54Z</dcterms:created>
  <dcterms:modified xsi:type="dcterms:W3CDTF">2026-09-23T16:10:54Z</dcterms:modified>
</cp:coreProperties>
</file>