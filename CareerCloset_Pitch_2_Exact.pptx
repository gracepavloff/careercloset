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B46F9-496D-F302-5B5C-F8DF9CEFA1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4281BA-2FD3-C44E-9879-78F19D5782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419C82-3CFC-31F8-A8E9-2727CAA948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0BFBD-5516-4F51-BD4A-58548AF96EA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AA2653-0E3E-05AF-B9FA-75419DA6D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B3E4A4-7E01-A5E6-D9F8-91DA64BC4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7449F-691E-409E-A0BD-4E82F2722A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091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B0A8E-7478-D043-F5F1-20720BA17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31935-1D66-F513-E8D4-7916656DC4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252E43-5CF9-CC8B-E61E-EBCFA2756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0BFBD-5516-4F51-BD4A-58548AF96EA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707403-CA33-63AF-1C39-34F1903B0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7B8BEA-B641-5393-7D55-4FDE511F7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7449F-691E-409E-A0BD-4E82F2722A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1729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A5546B-6F17-4876-707B-4E35FBBF80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DBA6AE-DB46-27A7-8C91-6E95AD6337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ED344-3818-F67F-CF21-8395988AB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0BFBD-5516-4F51-BD4A-58548AF96EA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396CC9-226C-E043-3F82-FB43DB536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AD2002-3D2C-4AF7-6611-6EF2E9951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7449F-691E-409E-A0BD-4E82F2722A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844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324BC-8AD6-B391-45A3-335077EDC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C2311-707D-783C-2BAA-69CC5DB9D0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55DA06-B9F6-D75B-6373-A5E7BCB394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2E3042-247A-3FCB-F359-353A3B7B9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0BFBD-5516-4F51-BD4A-58548AF96EA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898C70-B238-9C68-68C8-7E90D688B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343875-7D47-2DC2-63D5-77D45F46F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7449F-691E-409E-A0BD-4E82F2722A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9017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C2D17-CCBD-B7E3-7C4A-A50B3B15E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48FE4C-903C-9A36-4536-BE5EB910F8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834598-861E-892D-B80E-4EB712298F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A38688-177C-2869-F3A0-C1F60F35E2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BD3B63-6F88-7B7F-EADF-72F534EED3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9D7288-FDB1-A6D5-E681-580519D7E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0BFBD-5516-4F51-BD4A-58548AF96EA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9B0E22E-108F-2D7B-0691-67042D2F9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E51775B-250E-2612-2A5B-B08387385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7449F-691E-409E-A0BD-4E82F2722A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8847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B8A45-BDBA-502B-8E97-7B0CAD437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8FF551-B926-CA3B-B76E-C2F6BB9C1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0BFBD-5516-4F51-BD4A-58548AF96EA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39246A-906A-97F6-1F74-5445493A0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899946-B23F-CDEB-2987-68D7BDDD9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7449F-691E-409E-A0BD-4E82F2722A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9819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424F46-4CAE-9FAD-67E4-1C066624D7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0BFBD-5516-4F51-BD4A-58548AF96EA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028DA2-618B-157E-9AF3-13E007FEAB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A052BB-7174-174F-43E1-21A78F7F7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7449F-691E-409E-A0BD-4E82F2722A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1447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7308E-A6C9-56F7-5582-CCE590074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5EEE82-5CD0-A001-6712-D7F8835A4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4F12B6-57EA-62D3-3402-9FFCD7A66D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63CC5C-39B2-41D7-BC72-6E46C9B83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0BFBD-5516-4F51-BD4A-58548AF96EA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95C2DE-F06D-F5C3-0E2D-38C96E530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89420C-CAAC-7C20-625E-883374120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7449F-691E-409E-A0BD-4E82F2722A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21527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B2FDC-7C30-C385-9A0B-D2E50E5DE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E55CC10-4ACE-4B63-2F1B-3B739E4EA0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ED479E-71EF-0044-C717-BDAAF9A569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1448AB-4D63-3D67-CDC5-26268CEFE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0BFBD-5516-4F51-BD4A-58548AF96EA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B9927A-39C7-7CB5-79B5-B2A78EE66C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92110E-7262-2EF8-C203-7A3DAADEC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7449F-691E-409E-A0BD-4E82F2722A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626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A700F-3659-E5A9-E6B2-86E5FED81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182387-90E2-8AF4-E26E-8A0F43C7A5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9E4226-5A9F-5D78-238D-E5D5A5420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0BFBD-5516-4F51-BD4A-58548AF96EA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03F2BE-026B-9A18-50EC-848205BCB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208FE7-2E12-CAD1-D313-A881608D66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7449F-691E-409E-A0BD-4E82F2722A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016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0F61F8-6157-19B1-97EE-036240EDA2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F0D121-30A8-962B-C4A0-EDB79262B5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256FD0-46B3-483E-0E53-A0273A587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0BFBD-5516-4F51-BD4A-58548AF96EA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50D664-40D5-5B30-0353-D405D2E6C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AD50B5-A8B6-E6CC-2CE4-1581D77FD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7449F-691E-409E-A0BD-4E82F2722A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9246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EC2AF7-D6AE-C2D1-81A1-3302D9888B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84E8BB-1E14-290E-6412-66B2F2DDBD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1A8254-01FC-45D6-C196-CBE94449EF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00BFBD-5516-4F51-BD4A-58548AF96EA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618C78-A0CC-F4F9-B9B5-D3AECE4887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7FDFEB-E52B-5123-7818-74CCB900E0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D7449F-691E-409E-A0BD-4E82F2722A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3787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0BC3642-5E9A-DBDB-A85C-ADA1EFE4FCCC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7154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D9E8808-595C-8CF7-5F56-AAC1B4AF401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1266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0082F5-1012-12DB-39D6-67387147A388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5476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5F4B252-B91B-CF6C-5474-C89842EBC5F8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45151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98E13E1-8968-F63F-30FB-B8BB490BAD28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82954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0792781-5FAF-0A94-F7EA-8EBDAEF8519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8024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83BEB9-3692-81BF-F95C-3983161803DC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1393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EA53EBA-737B-9D21-E067-BC36D1D8C99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15848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41FFFFB-6C6A-097B-0466-81C576EC869A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53828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5FB276-A32E-BD13-7545-143CD63149B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1501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Custom</PresentationFormat>
  <Paragraphs>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Grace Pavloff</dc:creator>
  <cp:lastModifiedBy>Grace Pavloff</cp:lastModifiedBy>
  <cp:revision>1</cp:revision>
  <dcterms:created xsi:type="dcterms:W3CDTF">2026-09-23T15:37:26Z</dcterms:created>
  <dcterms:modified xsi:type="dcterms:W3CDTF">2026-09-23T15:37:26Z</dcterms:modified>
</cp:coreProperties>
</file>