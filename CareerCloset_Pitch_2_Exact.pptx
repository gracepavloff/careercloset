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B57D5-5A49-F01C-3431-B2EA71A6A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39F7B-C39B-CE2F-8CA1-0CE3AE8069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6CA2F-EAED-26DF-27BA-CDCC3E28B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6BCBC6-EDAA-D619-7DB0-BFB0B8A39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7538A-A834-AC30-7664-EF085F268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40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C6C02-48DA-E181-ED47-FC44AB23A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61F8B-CEDF-B575-0703-763E48582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03C8-2729-8886-5F0B-9AD35D3E4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4DF05-C118-A2F5-CCD5-DCB2DC6C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5F3E7-4CF2-1229-B096-A20503C2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68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678CA-DE29-48A7-9CB9-C78DD765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7AA0E-3738-FC2C-9305-287BF46AA5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63363-7DB7-9C5F-7FA6-EEE7E737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256D1-D0FE-FC30-D421-588D5378F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9644D-9E35-55DE-CE51-01E816E1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6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2C10-4A32-3B28-2148-E36609451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EDBBC-30ED-DC54-5D9C-CDE83AE6F0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050F6-2F1F-4583-586D-D3EE9481F1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BAB1B-F0C8-5EA9-BDB0-1423171EB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42766-60E1-A6C6-2158-BFD04EBFF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B79CCB-2FB0-6FF7-AEB6-DD6F119F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095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3FCB5-033D-269A-5FB5-E76992813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845C3-4C90-6480-3F66-42F92D9E7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79EE2-7B1D-4669-B977-CE59B67B4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17A33-BCBE-7AFE-C100-A9E2E5CFDC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19FED-4CD1-9F6D-4D52-AAA0A10F26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EB0D5E-06FA-0602-8FDA-62C670A4A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E62A81-6606-2F2A-33E2-242A2F3C6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507062-043D-B85A-AB73-D825714D5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3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4B896-3239-7624-EFB1-21335A301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30C86E-1164-6C27-9233-6BCC3B925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77ECFA-AB1D-3890-E941-D2F2679F7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6C4CC1-D757-7BF9-F847-4FF0030F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85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1EDA05-1162-7B17-7DFF-A22B73814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FE57A-36DE-F068-E925-67D18F848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183C2-A44E-B767-DA8C-BA2626669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92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5F0FA-6ED4-C492-C5CB-5D292138F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89CC0-B080-029D-287F-A82C14D2E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1EEC3-85E0-6A9B-2BC1-7AE2DDB955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84743F-A8F4-02AC-AB15-372422CE6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F6380-8E80-572E-7B1B-95FD9F8D3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3F12A-6130-182F-F0E7-9DE94199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244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8EACF-4A08-C73A-784F-14FCAF32C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EFACE3-890E-BD87-8DAF-FAA7D179D6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756902-6357-1B25-13AA-0624F3DD94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C99A7-E7F9-89F9-0CD6-0E6330A6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01198-4C1B-4304-BED8-8A7592E26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B1093-6DC3-BCB3-5CB8-902D9B86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83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86864-E59E-1FCF-7F3F-4947C6B8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4E8A39-E96B-EFB9-1FCD-F9D5ADA2B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A2F85-46A9-ABAC-D1A2-8AA7FF932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A4946A-61A4-F571-0B96-4FE4C5F8E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6F2EC-54A8-1EAB-A905-1770F6F5B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57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2E290-4698-5E8C-1843-7F36F30D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7741A7-1F96-E86A-BFD2-3A4411387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84F9C-B5E0-26A7-4CEF-F2C07BE46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71497-06A4-3EC1-ACEA-7DD0D9950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666FB-EF91-A732-4714-9EE35B6CB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380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94CB01-89AF-9DA5-896B-5260EFB12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1A872-842F-DBA2-FC9D-D2DF2E0DB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80D46-A8DF-4370-50A2-0A8181EA80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D6AED-A3F2-4DDB-AB29-5BDBB7B2D1E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0F373-1C77-477F-EBE4-60B79B5C2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C0239-B0D8-F674-A1B0-69B1590D3E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F4D96E-BE4E-4860-A9F5-F55433232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040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1.png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2.p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3.png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4.png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5.png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6.png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7.png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8.png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09.pn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gmpav\OneDrive\Senior%20Year\Entrepreneurial%20Finance\Test\pitch-2-careercloset\html-slide-10.png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D65F9F-8CE5-8522-CED5-EF5CE2A5BB41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737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CC8C02-93F8-B4AD-5BD7-A646E747852B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74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B264CA-7104-4692-9460-41C2DFBC6F44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12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D04D64-838A-DDD9-DB78-F7E22E21CBB7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189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E347FA-8D02-898E-6092-C0D864921351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77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5AD107-16D5-C875-7A2A-B2E586A26D20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295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E978CA-28EB-6F21-7216-19F9DF9C6585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403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56DF2F-2166-FB39-383E-43F57062B859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0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D214FE-249A-8F27-7DFF-EF485CE86F76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707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E388ED-5294-7247-2EF3-A96B02C7F8CF}"/>
              </a:ext>
            </a:extLst>
          </p:cNvPr>
          <p:cNvPicPr>
            <a:picLocks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212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Pavloff</dc:creator>
  <cp:lastModifiedBy>Grace Pavloff</cp:lastModifiedBy>
  <cp:revision>1</cp:revision>
  <dcterms:created xsi:type="dcterms:W3CDTF">2026-09-22T19:28:40Z</dcterms:created>
  <dcterms:modified xsi:type="dcterms:W3CDTF">2026-09-22T19:28:40Z</dcterms:modified>
</cp:coreProperties>
</file>