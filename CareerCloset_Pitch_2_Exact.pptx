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B52D7-7753-F114-9ADF-8942CF97C9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07F09-5BCB-437B-097C-19F4EE660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C782B-4273-7C93-6CA6-C9CB83AC3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49E5EE-8CD5-EDC0-9E02-8FED98C3D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17E14-F18B-5AF3-255E-4E41603BA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127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F7C5-0F01-19F9-3789-776B493CB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D17BB-F0A2-169C-431D-7259F798D2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AED36-293E-D182-EFEB-47ED031FA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9AC71-155D-F0C4-47C1-FD7050398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29E13-2070-E475-6E01-409815D03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977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13880-AF9A-47BA-8040-C5B3F94E1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61C6C-2382-B8ED-2137-C42B9C242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7D9672-EB94-D0D6-A161-9E3812F0C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BC55D-5CE1-D7FA-BBE9-79C067A0F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553CB-EA1E-F5F8-D5D4-45F0494E6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04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57049-FECA-3D5F-703A-688C9F787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B2E2A-EA87-D1DB-2A60-71CA575FB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9F318-7872-80CD-FD8B-A736D0101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F527F7-4D1D-04DC-A913-DC5EED8D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C79E3-1681-491A-52CF-007661EDD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ADEBC1-59E3-36D2-35E1-6450D008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4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F5A4-0F55-E868-7297-2452B0A9D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46BD37-B716-439B-9170-9938E26AB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D8C83F-C98B-7718-1B07-4A6958A78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98472F-3C6D-2D28-582E-93C3A234CF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66C38F-974D-4224-9EBC-5A2A35E80F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A13591-8614-DBC5-5DF3-A04AB4CBC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D98E24-9EDE-8E2C-4D3C-7108F5833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50E2ED-F293-45F1-8932-934743F3C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1840-4C78-BF90-92BA-E6F33FDCC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E58F0F-DB66-304F-0D96-FA2EE7956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2F7B8-85F3-B58A-E506-180DA83C1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C6684-EF50-11D3-19F5-97D1FBFF9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187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370DCE-3BCA-E3F5-23E1-685F96E35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96654-84CE-DFEC-70AD-E76785DFB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BA6BFA-D78D-719A-1FCD-3D3CAA190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46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557B5-6CE4-20B7-2C65-934FB15EC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A78AB-8EF7-3B26-53C8-0A82EC182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E8BF96-D1A4-DA8F-0BCD-E78729CD5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C6C48D-D097-5A81-E130-28B5EFA08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B4EE19-1992-EE41-AE37-5B1748C21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C8E0B4-A393-F7B4-EFEB-8BCB0C34D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704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E4EA1-9336-9884-CFF3-BF05820B1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DB39D7-405E-32C5-7CBA-C5BFE4E511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57EFAB-6655-0FAE-3492-6209C002D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DBB76E-BFB5-C330-C148-7D15C88CA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186D4-DAF9-942D-0DEC-DF9F5DAC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F2760-13A4-BDB1-2E5F-AE6150EA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5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A3C7-A0D8-E730-9E8F-C1764A8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D9D83-161F-979C-9343-94D1402A9A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E3163C-23B9-63E8-9BD1-A45C0E717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196C3-FF30-55DC-8334-0C930079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FF470-4C0D-C73E-28F2-8E797BE3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41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119E77-5BA2-0816-30F7-28EFCFFF91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E956E-6BA0-5A67-9E20-44AF18871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8699B-3376-6E74-7EF1-4A15751F5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C42D8-E15B-491F-B3B2-A88514E7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A6CC9-6325-1B27-E119-9D07B8425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877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79DC6-F5F9-B126-D31D-21E779E8F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94FC3F-9A4F-2ED3-2028-6DB8F9934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4737ED-1A47-BA84-5402-174E2D9C12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B4DC5E-5CE6-4800-B105-948B020CE4D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99068-2B6A-6BDC-E7BC-8DD5658169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BD50B-2E86-88F4-2FD4-A365A8B28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C4AB40-24CE-403C-8D90-29F002F9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38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F3CE0-29C8-3B36-277E-E9644F5C8C9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87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989DED-CB76-C1F9-20BE-FDA3FD5D90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179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78F33D-75E8-FAB1-B028-53DF6DAB140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21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82BBF3-9D11-5149-E82B-16AFF2D3CDD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550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BB5201-B6CE-FD42-2AF6-71963CCB18A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412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66576C-8549-7A4F-2619-0C2642575EE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632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3CDBE0-917B-36F7-ED6C-891C050D791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490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1B0A2F-FAA7-D4C0-8DA5-F34F325B0A7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205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88D57D-4A0D-A616-3467-8DACC3A93E6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49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90A3B4-A2F6-9CF9-EC36-B400A1EAB09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28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Pavloff</dc:creator>
  <cp:lastModifiedBy>Grace Pavloff</cp:lastModifiedBy>
  <cp:revision>1</cp:revision>
  <dcterms:created xsi:type="dcterms:W3CDTF">2026-09-23T15:33:28Z</dcterms:created>
  <dcterms:modified xsi:type="dcterms:W3CDTF">2026-09-23T15:33:28Z</dcterms:modified>
</cp:coreProperties>
</file>