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F5D1A-AB4F-2D25-96D3-A81450FD9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3C7E2F-F6E6-1B99-9DEF-8B99A94A93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3A812-98A7-9C96-5BFB-A336B6DBB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FEA98-4B6C-ECC8-19ED-AC70EDE4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67DAF-B62E-6AD9-AFD8-FC33892B4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BE182-C723-8413-9EB4-60DF44F7C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D32A-BE6E-2892-A083-472CC2858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605F9-92D7-D17F-A971-2CA47A327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BC6C2-7719-FBF3-964E-2F3C4A8AE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76C6-F291-91E7-F402-F6ED90B4D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404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100C6-E0A6-A703-EB30-BDBE2E805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FDBF9-2ADF-6C61-9434-33E24543A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3E47F-C5B1-2D2C-F543-69F2A39B3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541-3A7A-1F63-60FF-284FDAF9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4ADE7-ADC3-24C9-349E-33F8C9086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79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5C64C-0199-E271-D4D3-E38BFCC8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5CC8C-0B06-8C88-AFE3-0E391078DC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4D67E-6422-3494-F41E-C5CDF51954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6D7C23-E336-B373-2D8F-382A16C6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894BA-DFF4-5B73-E73B-76B8673E2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FCE29C-5972-5B4D-1E7F-DB3FE75EA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19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82C8-CAC9-2C27-ABD2-04DD84E43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33F8C-7277-6B10-29A2-4D259CC39C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840184-FDC9-E4E0-05B2-10B8060DD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6C685E-25C4-1D30-7358-55B0A649C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5B66E6-5319-5E81-32FB-34FA9C6F1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A19FB6-4FFE-910E-D211-346D9F76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01E59A-C58E-FE62-9E5D-39BC47B59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325A4F-B687-0BA9-0D3E-37DE8708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142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1C61D-8181-1812-2F7B-831E57329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1CEBB8-075F-0F8B-6722-12B4D4E11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EA82C6-2AB2-0D1F-3859-DE60C9A2B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44A05-04C2-4AAB-CA48-9689EA53D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577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758F21-F20C-4B70-04D2-EF2EC38AD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170230-6433-8F90-1BB4-98AA745D7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0B5C3-2B4B-1195-DBF7-9B8FBA278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829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41180-39EC-0DF7-4E04-FB804DDF0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91D25-881A-37DF-D8A0-D85493CE9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66E50B-1F25-724C-929A-2F3FD2096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7BC53-F6CF-F7D0-C1F7-B8D2EB3D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07AA68-E3E3-FEBE-FB84-104343377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ADB35-705F-DA3E-A956-074552624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89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30B2E-BB33-79F7-15AB-53659D0F3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11314F-F29A-67A6-FD3A-E2168D09E5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1BCE-211A-2814-10D8-DB01D8957B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482EA8-663A-EFB4-80CF-99820D161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05294D-D541-286C-E799-9488F647A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E3CCBE-E33B-EB55-29D9-52ECDC55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415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E6EA8-A682-BB55-B2EF-FECFCF09F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56AE7-D161-47C4-41C7-42FA93528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ABF1C-136B-7C84-5C0D-89C3705D3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C5843-D746-CBE8-9860-FA112696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D21F6-A311-D941-1D46-7B38D7DEC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881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CE013-C98F-A41E-B404-18A3610F51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56CF0-0D88-2631-1B56-62534B4484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8C717-CB2E-2098-1E4B-C9283E65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05064-DBDD-6F23-EA89-F31261C1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38BF9-A949-6908-D7AA-AC52C41B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55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3100CB-7820-61B2-F270-4AB8EC85B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A40DEE-2B5C-C3EA-024B-38491822D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D01F2-73C1-ED6A-64F5-AF941143DE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11D9D7-41B1-47D8-A1AC-A705D338CF6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BC001-84D0-6465-DEA2-8D240A26A8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718F4-F8B8-ADB8-AEB6-7B8BC4F29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D0E25E-EE5E-4862-8D73-ADE52E8422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1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0DDF8B-8C81-9A36-CE4D-2F7708F23B4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477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09AFB4-F813-01AC-FCA0-53415CAF5E2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928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B15B77-7926-FF25-0E9B-E4E5A909163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77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563130-081B-053C-A689-B642BC54E7C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00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D09B8D-F987-84DB-6687-66204C608C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754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111742-C75C-F253-4786-C378E8A55DF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25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120889-762D-EEFA-82B1-5E128784F29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30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C0E88D-2EAE-148B-D510-FAF6331E57C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681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58333B-9F5F-BD4F-297D-6F54E20C3E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04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2C4E25-AC7B-2D7E-7A3A-940715AED01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281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Pavloff</dc:creator>
  <cp:lastModifiedBy>Grace Pavloff</cp:lastModifiedBy>
  <cp:revision>1</cp:revision>
  <dcterms:created xsi:type="dcterms:W3CDTF">2026-09-23T15:36:51Z</dcterms:created>
  <dcterms:modified xsi:type="dcterms:W3CDTF">2026-09-23T15:36:51Z</dcterms:modified>
</cp:coreProperties>
</file>