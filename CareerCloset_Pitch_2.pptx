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DFC1-E247-338A-57F3-3F3C60E8A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E7A51-2E8D-9014-3029-4C747008F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F19E-117D-7C81-6052-61222D57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FAB2-63D3-A0C5-B4C2-1AE22C40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B0B12-3F96-A6D4-478D-A57C9676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8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81B-7539-5DA8-6BA8-E421897A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2CB7-3C9E-2706-86EB-93D98BF9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6556F-F364-64B3-C5AE-AEC4C127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99A5A-55CC-74AD-9CEA-A15C14AB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D44F4-3943-073A-046E-70A888D7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4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DA3D-D6BD-6F81-D66D-02A28B0A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98395-A270-5DE8-E68C-DDB359C1F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E9453-7243-7FA4-C5E7-58055CDF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82566-1CC8-688D-248E-05803C55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ADB3C-64D3-08E3-A6E3-D1C711F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3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378DD-C89A-65BA-4C64-7B8F2F39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57438-C6AE-055C-2271-4119CAA06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01C5-D620-5E05-89B6-E52EC2229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C67F3-CD5A-F8BF-6451-7950EBC2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DE8A2-372D-D95F-989E-0079B68E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E5308-5A09-4A00-63B8-67B12DE6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7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B762-5866-FD7F-F536-3E3B5CE9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AD575-1C68-4693-8053-3CA6FB6EC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FCFAD-EE23-E434-17CD-30EFA684E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8F033-EE23-1FCE-F3C2-F526FC78D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F3EF35-9C39-ABB0-C3B0-F933FE03F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4F318-BD58-C26C-D3D8-592A89DF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8D84F-D81B-9988-021D-0297C6C5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B4FC-E0EC-EB59-977C-1F28B95B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0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72957-C228-3588-C680-9A094855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06FF0-37DF-213D-A7F2-5DF48F13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12680-B837-1488-EB78-A630604A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7771D-0496-B826-D55E-1DE540FC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0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E9914-0013-074F-56A3-E0278616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1075D-0808-9394-8E7E-28989855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DDFE7-E6FC-8AC8-147E-783233FC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3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E4DA-B83C-AA5B-5FA6-A48A7AB4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4EF2-F773-88E6-D7DA-4F3C4E0EA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D5E91-6695-1332-E71E-47F787C2B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D096A-849E-9984-16CD-4885B1B5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F50A6-E8A7-7B00-6AB2-F4CE2DC0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13995-65BC-13DC-F40F-F19B40A7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0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84E0-1950-4B98-B02A-48509801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92E20-95D5-D896-4632-788123F38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1A882-955C-BAE1-4151-BD4EBB184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6467C-3BB7-2A95-40D1-CA7098B0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1D0B4-2A54-D2DA-91E4-13D68FD4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F01B0-7AB1-3BD0-36E7-042BB6DD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8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867E-D8E8-74F0-1832-A923E249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BE90E-34EE-0E34-145C-7C33119D4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82998-8913-0112-C371-74F7D44C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C70D2-D1A8-3E09-EA87-6AA6E1CA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6CCF8-4827-01CB-4586-1BD92EBD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4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961BF-6260-188C-5D07-0F0DF7ECD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08338-78E3-E9CD-8F3B-233826C56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9CAA-DAB6-1043-40E3-88FB9344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2024F-1D45-7BD4-9F34-A1FEBE08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F6E42-2668-7CA3-C0AF-419AA31D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22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A798-F61F-C38E-5F0E-2DBE8D6A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17C7B-3757-496B-FC00-906FC0783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1372C-0AD6-77DE-CC3F-A683CBCF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65E79-1A3B-3D21-9974-491EE477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E2EC-40E4-B113-0FD3-01745BA8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9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124E5-4151-DEC3-F03E-6ED192FC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50F03-59AE-71B8-4852-1FA283C46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6FFFF-FD99-BD69-40B5-00C3F7C32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A3DFC-2C65-4DDA-9029-EC22CF1288F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57FCA-DB24-114C-5E6F-81990812C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79742-078A-05AB-AE89-D814645A1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4DF62-E057-46FC-B04E-388E8032A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3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C8E9-AA8F-C96F-D255-10035BFCB1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CareerCloset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D77D8-A8B8-8A6C-66AF-A775A7275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Professional clothing should open doors, not close wallets.`n`nOn-campus interview and career-fair clothing rental`n`nPitch 2 | September 24, 2026</a:t>
            </a:r>
          </a:p>
        </p:txBody>
      </p:sp>
    </p:spTree>
    <p:extLst>
      <p:ext uri="{BB962C8B-B14F-4D97-AF65-F5344CB8AC3E}">
        <p14:creationId xmlns:p14="http://schemas.microsoft.com/office/powerpoint/2010/main" val="78490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2187-3BF2-7925-E083-F72F4A41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Customer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9D717-CBF7-255B-8600-821EE4AF9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Students are expected to look ready before they can afford to be ready.`n`nThe expense: A suit or several business-professional outfits can cost more than a student can justify for a few events each semester.`n`nThe consequence: Students improvise, skip opportunities, or carry avoidable financial stress into interviews and career fairs.`n`nCustomer hypothesis: college students interviewing for internships and full-time positions.</a:t>
            </a:r>
          </a:p>
        </p:txBody>
      </p:sp>
    </p:spTree>
    <p:extLst>
      <p:ext uri="{BB962C8B-B14F-4D97-AF65-F5344CB8AC3E}">
        <p14:creationId xmlns:p14="http://schemas.microsoft.com/office/powerpoint/2010/main" val="345166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1D4B-2F8E-F3A0-4F9F-9DC6DC2A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Product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530D7-5B9C-AFD5-4775-D9D57B4AB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Reserve the right outfit for the right event.`n`n1. Choose size + event - interview, fair, or presentation`n2. Reserve online - see a simple outfit bundle`n3. Pick up + return - near campus, after the event`n`nFirst version: small curated inventory and scheduled pickup windows.</a:t>
            </a:r>
          </a:p>
        </p:txBody>
      </p:sp>
    </p:spTree>
    <p:extLst>
      <p:ext uri="{BB962C8B-B14F-4D97-AF65-F5344CB8AC3E}">
        <p14:creationId xmlns:p14="http://schemas.microsoft.com/office/powerpoint/2010/main" val="61949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87D3-D411-374B-DA07-EEB436C9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Customer evidence - not yet collected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BF38B-7BBC-34B9-91B2-BD02661FA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The need is clear. The willingness to rent must be tested.`n`n0 CareerCloset interviews in this package`n0 paid rentals completed`n30 interviews planned for the first test`n`nNo demand, conversion, fit, or return-rate result is being claimed.</a:t>
            </a:r>
          </a:p>
        </p:txBody>
      </p:sp>
    </p:spTree>
    <p:extLst>
      <p:ext uri="{BB962C8B-B14F-4D97-AF65-F5344CB8AC3E}">
        <p14:creationId xmlns:p14="http://schemas.microsoft.com/office/powerpoint/2010/main" val="132653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F1B9-C353-99A2-7D15-387840AA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Business economics -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57CA7-C36D-21DB-7A1E-AC81FEB60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Rent once for access, join for repeat moments.`n`nIndividual rental: $29 per event`nCleaning + handling: $8 variable cost per rental`nRental contribution: $21 planning assumption`nSemester membership: $79 planning assumption`n`nUniversity or employer sponsorship is an additional assumed revenue stream.</a:t>
            </a:r>
          </a:p>
        </p:txBody>
      </p:sp>
    </p:spTree>
    <p:extLst>
      <p:ext uri="{BB962C8B-B14F-4D97-AF65-F5344CB8AC3E}">
        <p14:creationId xmlns:p14="http://schemas.microsoft.com/office/powerpoint/2010/main" val="4041769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83B1-07D5-D1FB-E562-51E416745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Market wedge -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1F0A4-C1BD-6B68-2E7C-58C4D4986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Start with the career center that already owns the moment.`n`nBeachhead: one campus with 10,000 students and recurring career-fair and interview traffic.`nDistribution: career centers, student organizations, residence-life channels, and employer partners.`n`nThe campus size and channel reach are planning assumptions, not measured market data.</a:t>
            </a:r>
          </a:p>
        </p:txBody>
      </p:sp>
    </p:spTree>
    <p:extLst>
      <p:ext uri="{BB962C8B-B14F-4D97-AF65-F5344CB8AC3E}">
        <p14:creationId xmlns:p14="http://schemas.microsoft.com/office/powerpoint/2010/main" val="1732956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C2FD-CEC7-FE0A-7E54-D25EBD83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The ask - assumption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5924B-8A91-3CE1-1DE5-905DA09B4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We are asking for $15,000 to prove one campus can run the model.`n`nInstrument: SAFE`nValuation cap: $135,000 classroom assumption`nOwnership at cap: 10% scenario`n`nNo investor commitment or independent valuation has been established.</a:t>
            </a:r>
          </a:p>
        </p:txBody>
      </p:sp>
    </p:spTree>
    <p:extLst>
      <p:ext uri="{BB962C8B-B14F-4D97-AF65-F5344CB8AC3E}">
        <p14:creationId xmlns:p14="http://schemas.microsoft.com/office/powerpoint/2010/main" val="2370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5C2E-0873-D665-2E84-5E17429B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Cash, burn, and runway -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97368-7D74-8DAE-FD16-C9217A465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Six months to turn a wardrobe problem into paid access.`n`nCurrent cash: $0 pre-financing assumption`nAsk: $15,000 proposed financing`nNet burn: $2,500 per month planned spend`nRunway: 6 months ($15,000 / $2,500)`n`nUse of funds:`n$6,000 initial inventory`n$2,000 cleaning + alteration setup`n$4,000 campus pilot + acquisition`n$3,000 software, support + contingency</a:t>
            </a:r>
          </a:p>
        </p:txBody>
      </p:sp>
    </p:spTree>
    <p:extLst>
      <p:ext uri="{BB962C8B-B14F-4D97-AF65-F5344CB8AC3E}">
        <p14:creationId xmlns:p14="http://schemas.microsoft.com/office/powerpoint/2010/main" val="284665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5319E-96A9-7E6C-4B7F-0E29E57C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Milestone this round buys -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DA130-B879-D380-9DC7-4197A8AB0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One paid campus pilot with a repeatable rental loop.`n`n30 student interviews`n75 pilot rentals`n1 paid sponsor or campus`n80% on-time return target`n`nGo/no-go: expand only if rental contribution is positive, fit satisfaction reaches 85%, and returns meet the target.</a:t>
            </a:r>
          </a:p>
        </p:txBody>
      </p:sp>
    </p:spTree>
    <p:extLst>
      <p:ext uri="{BB962C8B-B14F-4D97-AF65-F5344CB8AC3E}">
        <p14:creationId xmlns:p14="http://schemas.microsoft.com/office/powerpoint/2010/main" val="191407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176C-E53A-9A2E-6A3D-D67B198C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>
                <a:latin typeface="Aptos Display" panose="020B0004020202020204" pitchFamily="34" charset="0"/>
              </a:rPr>
              <a:t>Financing fit + close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72B8-26D9-9C65-1F86-0C065DD68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latin typeface="Aptos" panose="020B0004020202020204" pitchFamily="34" charset="0"/>
              </a:rPr>
              <a:t>A small SAFE fits an inventory-backed pilot with unproven demand.`n`nWhy this fit: Debt is a poor fit before rental volume is predictable. A large equity round would overprice a hypothesis. A small SAFE funds inventory and evidence.`n`nInvestor recommendation: Fund $15,000 conditionally, with expansion tied to paid demand and return discipline.`n`nCareerCloset makes professional access affordable while giving campuses a measurable career-readiness tool.</a:t>
            </a:r>
          </a:p>
        </p:txBody>
      </p:sp>
    </p:spTree>
    <p:extLst>
      <p:ext uri="{BB962C8B-B14F-4D97-AF65-F5344CB8AC3E}">
        <p14:creationId xmlns:p14="http://schemas.microsoft.com/office/powerpoint/2010/main" val="1340557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CareerCloset</vt:lpstr>
      <vt:lpstr>Customer problem</vt:lpstr>
      <vt:lpstr>Product</vt:lpstr>
      <vt:lpstr>Customer evidence - not yet collected</vt:lpstr>
      <vt:lpstr>Business economics - assumptions</vt:lpstr>
      <vt:lpstr>Market wedge - assumptions</vt:lpstr>
      <vt:lpstr>The ask - assumption</vt:lpstr>
      <vt:lpstr>Cash, burn, and runway - assumptions</vt:lpstr>
      <vt:lpstr>Milestone this round buys - assumptions</vt:lpstr>
      <vt:lpstr>Financing fit + close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Pavloff</dc:creator>
  <cp:lastModifiedBy>Grace Pavloff</cp:lastModifiedBy>
  <cp:revision>1</cp:revision>
  <dcterms:created xsi:type="dcterms:W3CDTF">2026-09-22T19:25:39Z</dcterms:created>
  <dcterms:modified xsi:type="dcterms:W3CDTF">2026-09-22T19:25:39Z</dcterms:modified>
</cp:coreProperties>
</file>