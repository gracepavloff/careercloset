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83B3-8378-7CFB-46CA-1A23FA949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F59E3-D1A3-72AB-56FE-783FEF90F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21BC9-E91F-1210-913E-6835702E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637EE-FA69-7071-6ABF-8D75889D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843D3-CC24-E034-BA2F-041D00C5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4A5F6-721A-7E13-0407-732F4597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6DE09-77F9-FE65-DE14-BB61A553C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88556-B59C-6B57-079C-B3F7DB51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2A1F8-FF83-BE6C-B700-9F9A9522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9312E-AE78-3DF2-49C0-DBA1D3B9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5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43A7-7AA8-F59F-47FA-0417733F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80A07-CA7F-FBE1-810D-6024C40F4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6F156-3AE2-F698-033D-23DFA9E3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77996-B904-23E6-6D61-7A6D465B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C9184-593D-049D-86B2-CD66AD3B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5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78A2-F574-D694-2DF6-51D68A55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021F-D6E2-3D9E-9A2C-C4DCAA476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785D9-9BC7-3B8A-E8AF-87959E1DC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236AE-36DD-357C-6997-127FF5EE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FB7CD-6BB8-611C-97D0-7D447C23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B2D44-DFE6-EBB5-6905-F3A9AABAB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7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379A-2F99-B10F-6C67-D38BBB92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633C4-874B-96F3-CABD-097410C37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BD516-D502-4F0E-96A8-44075A5D1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150FBC-E54E-5256-2688-CF94BD7E7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9D419-3A37-1F2F-279C-1BDE4109A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94A94-1DE7-F534-9AA3-71912E04D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0FD37-0233-33BA-BBED-FB5753B2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C2FADA-F17B-7408-006D-5D6A08EF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28C6-411F-BDC3-5930-E3429CD5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2A86C0-2EBF-263E-8860-C2FB60FE1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C06D7-295E-3C6D-08BA-468150635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2FA35-97D0-7542-4CAB-267FE8202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1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8866B-15D1-2ADA-A0AD-BF87023C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EFA7F-1973-41D3-780C-8D0AA0F1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E892F-97A8-6B92-25ED-C0C8E9F6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3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F699-FAB8-6B50-CF8F-AF8947A1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295F0-4625-DAFB-0DA3-96E82ACC7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3A3ED-0F4F-D365-CBA4-0A0E6B478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1D954-0041-6643-B562-7E9EC2B7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47934-6D01-AE1F-D347-CA6BEE47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870D5-67F9-07C8-E10C-334FD7D7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9F79-48E8-5C28-7FCD-1CFFC6BD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6BBE25-5623-A75A-B53D-D1E1F128D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261EB-802A-27B5-5185-240F3AE46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70E08-A8C2-C6C8-C8E8-ABF243B6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8CA0B-CA39-AD74-8AE2-51DC7175C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F9E59-69C4-025A-050E-3771D726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5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BF4-2DF7-16ED-9925-D9791A23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AD3B6-3BA7-009D-5BAD-7CB219F5D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FFC21-DAED-A4E2-9B16-7A623115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B73D0-7EF5-1900-1D49-FE02628D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C407F-3384-AC03-6803-6AFFF33F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9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66514-2BFF-4371-A4BB-6B6BC0E3C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8F5E9-3A0B-1B4A-E9BE-91D1EAE65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BBFA2-BBDF-B94D-D76E-A3D502C1D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705E2-EB8B-5398-FBE7-87889A06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1AFBB-CB69-7CEF-51DB-FC1C780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4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8DBD5-F353-E7AF-0473-59536342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BEDF1-9692-6996-2491-294BABCE8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FC9BF-0F8A-4F70-316B-5430B9F1C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7B290-CC09-4696-86BC-4EA7E4E2CE6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0243F-331B-71D4-30E2-392DDE0EB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E6742-1536-4DF7-5DC4-EEB5107CE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4EF69-9A43-4111-8BBB-8BF0F814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6AC58-86B4-B154-851B-09A91B8651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3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7430C7-E7DB-C297-BF74-B9369D8523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5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3D7001-0991-17B7-03A2-B2E2616220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6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BF15B2-3AB4-42CA-E582-1BB1FE774D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05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FC4F2F-2D62-FE36-D76F-CA14A81BAC8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9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CC2BC-211A-EF4B-7B60-F665E32F3C2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583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F88CB-0FD1-5F11-98CD-B38812B895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2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42ACA7-E2BD-3F92-5FD4-FB4EA0685C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2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Pavloff</dc:creator>
  <cp:lastModifiedBy>Grace Pavloff</cp:lastModifiedBy>
  <cp:revision>1</cp:revision>
  <dcterms:created xsi:type="dcterms:W3CDTF">2026-09-23T16:17:01Z</dcterms:created>
  <dcterms:modified xsi:type="dcterms:W3CDTF">2026-09-23T16:17:01Z</dcterms:modified>
</cp:coreProperties>
</file>